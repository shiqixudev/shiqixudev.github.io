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14"/>
  </p:normalViewPr>
  <p:slideViewPr>
    <p:cSldViewPr snapToGrid="0">
      <p:cViewPr>
        <p:scale>
          <a:sx n="78" d="100"/>
          <a:sy n="78" d="100"/>
        </p:scale>
        <p:origin x="672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92CB-A20C-96AC-D5EF-92EB3E661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DAA190-29F7-A1C6-532A-310A1A0E2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3A572-4244-C257-D1AB-BBA6BD1B2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B4476-9AA0-8015-251F-35BC187A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E0443-1BCD-A5B3-A006-7FE9527CC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10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FA3C-FAB0-F7ED-A179-08FDE52D3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26A36-A816-8F99-0168-36273E755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1CF29-0031-102C-ACFA-AE2D1F455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CC02F-C04E-5425-8B0D-34713CB05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FD712-DD34-5257-2AFB-2D10346D8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2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62925-39DB-F166-3BAB-0225A7C00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23096-0960-4663-5DBC-E24A5BE92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EBE4F-9BC0-8786-213F-743A2E4EE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263C2-B682-8F5A-B2D3-B313A5E2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52696-71CB-9E5F-0FC3-8636372C8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88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FE9E-7FFA-B96E-96AF-A1F8534B6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5A8F1-5E26-BAA4-1D3E-DF7F369BE2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938B7-F492-1139-D2A9-9A0A14C4D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A44D7-3B9A-2504-9B1C-15ADEB6C0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FF161-EE2C-3612-0898-38BF981E1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0C66C-DB2D-3DDF-02D3-EDE0C526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7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65729-1D3D-CE05-E6B0-324209AB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9A3E4-C2B5-1345-C971-72E202226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B0411-C818-2F48-FF7B-30426027E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612D6-D008-A8C0-90EF-6432138F9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3F3C3D-8762-3DB7-1499-D041CEAF1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27D17A-6593-D0A0-8077-87363561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2B6CA-1984-CB8F-6F50-3070AF2F7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BEB700-38B1-E56C-546F-8D93A8F8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61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2C61-08EE-00D5-876C-2955837F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07F66-5982-517F-E17F-C45E527B1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4E432-EA7B-1896-2046-11A198B5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C6FCB0-AD96-5387-F22D-E3A875A8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3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FD232-3828-6C83-957F-28574DED0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60B766-E691-617F-490E-77C866CED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1A39E-1E0F-F4EB-C463-4E1B28519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8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94B6-5B28-EB49-7100-545AEA14A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14B57-FC6C-7458-E7B1-130BE1544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4BEBF-48E1-20DE-F5C8-A9660AF0B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F139A-936D-D37E-8C37-F988D4BB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A7FF4-8FDB-3CF6-7B46-7413CD440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504AC-1EB0-8D95-82F8-BD88636E4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95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6809B-AFBE-73A9-9651-7FB4B2116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88766D-9EC8-BDE7-83B7-9FA9B90BE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B7CDA-06AD-0829-78FA-D636D84D1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96D53-F45C-9B61-92AC-4162154BC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4CE46-9788-B53C-9119-36FFAEBAC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78CDC-3E1E-0E7C-7DC3-074EAE528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09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F115-16C6-F9D6-C177-2DF8316E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F200B-D207-1D01-D51B-71CFF53C0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0D177-81DE-23CC-AF02-119E050FC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192B1-2E31-B7D2-9A67-AFF4020F8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94CA4-842D-9E6E-CF97-C05D3845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3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19F78A-7953-A25D-022B-95DD9AF23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A8F6B-C5CC-8371-9E29-AB7A9A288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19BAC-71A5-73CA-7DD1-D4F81D1AB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1A09-59C9-524B-85D8-33E043DB4B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E3DE7-0EBA-E2C9-7E7E-3A42934DE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3240E-07DA-A93B-8180-62203307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36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4D18A1-DBC1-4ABE-E28F-9473B0DE1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6B829-4641-DAE0-64BF-968B63E4D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F22B8-BA72-0C94-5A36-A9CBF6D85F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D1A09-59C9-524B-85D8-33E043DB4B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D0C77-9156-37E2-4D86-946CB06E0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B60AD-5A3D-A591-14DD-6444735DA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750D1-AF23-A444-A5E6-9CCAB41A2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67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ED1B96D2-AEB8-E9C6-04CF-E8BFD07E1A4E}"/>
              </a:ext>
            </a:extLst>
          </p:cNvPr>
          <p:cNvGrpSpPr/>
          <p:nvPr/>
        </p:nvGrpSpPr>
        <p:grpSpPr>
          <a:xfrm>
            <a:off x="255355" y="984737"/>
            <a:ext cx="11681290" cy="4850167"/>
            <a:chOff x="255355" y="984737"/>
            <a:chExt cx="11681290" cy="485016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4C1C987-0916-9991-C939-FAEBE7F27A46}"/>
                </a:ext>
              </a:extLst>
            </p:cNvPr>
            <p:cNvGrpSpPr/>
            <p:nvPr/>
          </p:nvGrpSpPr>
          <p:grpSpPr>
            <a:xfrm>
              <a:off x="255355" y="984737"/>
              <a:ext cx="4529261" cy="4850167"/>
              <a:chOff x="255355" y="984737"/>
              <a:chExt cx="4529261" cy="4850167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4662D9D-BD83-5A20-E200-F0961E92955E}"/>
                  </a:ext>
                </a:extLst>
              </p:cNvPr>
              <p:cNvGrpSpPr/>
              <p:nvPr/>
            </p:nvGrpSpPr>
            <p:grpSpPr>
              <a:xfrm>
                <a:off x="255355" y="984737"/>
                <a:ext cx="4529261" cy="4850167"/>
                <a:chOff x="255355" y="984737"/>
                <a:chExt cx="4529261" cy="4850167"/>
              </a:xfrm>
            </p:grpSpPr>
            <p:pic>
              <p:nvPicPr>
                <p:cNvPr id="5" name="Picture 4" descr="A diagram of a camera&#10;&#10;AI-generated content may be incorrect.">
                  <a:extLst>
                    <a:ext uri="{FF2B5EF4-FFF2-40B4-BE49-F238E27FC236}">
                      <a16:creationId xmlns:a16="http://schemas.microsoft.com/office/drawing/2014/main" id="{C950F2D8-50B1-0A84-53CF-14601CD0BD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t="6254" r="42109"/>
                <a:stretch>
                  <a:fillRect/>
                </a:stretch>
              </p:blipFill>
              <p:spPr>
                <a:xfrm>
                  <a:off x="255355" y="984737"/>
                  <a:ext cx="4499525" cy="4850167"/>
                </a:xfrm>
                <a:prstGeom prst="rect">
                  <a:avLst/>
                </a:prstGeom>
              </p:spPr>
            </p:pic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4545C54C-9AB0-73FD-EF5F-80351A9455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56156" y="2074127"/>
                  <a:ext cx="1528460" cy="542693"/>
                </a:xfrm>
                <a:prstGeom prst="line">
                  <a:avLst/>
                </a:prstGeom>
                <a:ln w="508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B0F2A13-18AE-CFDE-6B39-8D357B26F3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79541" y="1672683"/>
                <a:ext cx="1175339" cy="234176"/>
              </a:xfrm>
              <a:prstGeom prst="line">
                <a:avLst/>
              </a:prstGeom>
              <a:ln w="508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6" name="Picture 15" descr="A collage of images of different colors&#10;&#10;AI-generated content may be incorrect.">
              <a:extLst>
                <a:ext uri="{FF2B5EF4-FFF2-40B4-BE49-F238E27FC236}">
                  <a16:creationId xmlns:a16="http://schemas.microsoft.com/office/drawing/2014/main" id="{C8037257-76EE-20D1-E5B7-B8B5A4E91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33480" y="1168784"/>
              <a:ext cx="7103165" cy="44877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5503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HK1728</dc:creator>
  <cp:lastModifiedBy>HK1728</cp:lastModifiedBy>
  <cp:revision>1</cp:revision>
  <dcterms:created xsi:type="dcterms:W3CDTF">2025-12-11T23:28:56Z</dcterms:created>
  <dcterms:modified xsi:type="dcterms:W3CDTF">2025-12-11T23:39:33Z</dcterms:modified>
</cp:coreProperties>
</file>